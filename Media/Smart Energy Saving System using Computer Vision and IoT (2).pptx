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entury Gothic Paneuropean Bold" charset="1" panose="020B0702020202020204"/>
      <p:regular r:id="rId13"/>
    </p:embeddedFont>
    <p:embeddedFont>
      <p:font typeface="Open Sans" charset="1" panose="020B0606030504020204"/>
      <p:regular r:id="rId14"/>
    </p:embeddedFont>
    <p:embeddedFont>
      <p:font typeface="Century Gothic Paneuropean" charset="1" panose="020B0502020202020204"/>
      <p:regular r:id="rId15"/>
    </p:embeddedFont>
    <p:embeddedFont>
      <p:font typeface="Open Sans Bold" charset="1" panose="020B08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7024" y="24080"/>
            <a:ext cx="15110411" cy="26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5"/>
              </a:lnSpc>
            </a:pPr>
            <a:r>
              <a:rPr lang="en-US" b="true" sz="747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SMA</a:t>
            </a:r>
            <a:r>
              <a:rPr lang="en-US" b="true" sz="747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RT ENERGY SAVING SYSTEM USING COMPUTER VISION &amp; IOT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089273" y="4579285"/>
            <a:ext cx="4170027" cy="4679015"/>
          </a:xfrm>
          <a:custGeom>
            <a:avLst/>
            <a:gdLst/>
            <a:ahLst/>
            <a:cxnLst/>
            <a:rect r="r" b="b" t="t" l="l"/>
            <a:pathLst>
              <a:path h="4679015" w="4170027">
                <a:moveTo>
                  <a:pt x="0" y="0"/>
                </a:moveTo>
                <a:lnTo>
                  <a:pt x="4170027" y="0"/>
                </a:lnTo>
                <a:lnTo>
                  <a:pt x="4170027" y="4679015"/>
                </a:lnTo>
                <a:lnTo>
                  <a:pt x="0" y="4679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883" r="0" b="-1688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169613"/>
            <a:ext cx="10645147" cy="416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 Members :-Piyush Kumar</a:t>
            </a:r>
          </a:p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Piyush Chaudhary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925963" y="5143500"/>
            <a:ext cx="6333337" cy="4185659"/>
          </a:xfrm>
          <a:custGeom>
            <a:avLst/>
            <a:gdLst/>
            <a:ahLst/>
            <a:cxnLst/>
            <a:rect r="r" b="b" t="t" l="l"/>
            <a:pathLst>
              <a:path h="4185659" w="6333337">
                <a:moveTo>
                  <a:pt x="0" y="0"/>
                </a:moveTo>
                <a:lnTo>
                  <a:pt x="6333337" y="0"/>
                </a:lnTo>
                <a:lnTo>
                  <a:pt x="6333337" y="4185659"/>
                </a:lnTo>
                <a:lnTo>
                  <a:pt x="0" y="4185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64" t="0" r="-1264" b="-351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631002" y="-171450"/>
            <a:ext cx="9398154" cy="313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</a:pPr>
            <a:r>
              <a:rPr lang="en-US" b="true" sz="9018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4384" y="4231591"/>
            <a:ext cx="1245477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Lights and Fans remain ON in empty classrooms.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Electricity is wasted.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Manual switching is often forgotten.</a:t>
            </a:r>
          </a:p>
          <a:p>
            <a:pPr algn="ctr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44649" y="469972"/>
            <a:ext cx="8537178" cy="284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EQUIPMENT</a:t>
            </a: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36683" y="3727925"/>
            <a:ext cx="7307317" cy="444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•ESP32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•OLED(Organic Light Emitting Diode)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•Relay Module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•Bulb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•YOLOv8 (Software)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4023" y="158967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3300071"/>
            <a:ext cx="15149885" cy="539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3537" indent="-476769" lvl="1">
              <a:lnSpc>
                <a:spcPts val="6183"/>
              </a:lnSpc>
              <a:buFont typeface="Arial"/>
              <a:buChar char="•"/>
            </a:pPr>
            <a:r>
              <a:rPr lang="en-US" sz="44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Camera detects classroom occupancy.</a:t>
            </a:r>
          </a:p>
          <a:p>
            <a:pPr algn="l" marL="953537" indent="-476769" lvl="1">
              <a:lnSpc>
                <a:spcPts val="6183"/>
              </a:lnSpc>
              <a:buFont typeface="Arial"/>
              <a:buChar char="•"/>
            </a:pPr>
            <a:r>
              <a:rPr lang="en-US" sz="44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YOLO processes the video to identify people.</a:t>
            </a:r>
          </a:p>
          <a:p>
            <a:pPr algn="l" marL="953537" indent="-476769" lvl="1">
              <a:lnSpc>
                <a:spcPts val="6183"/>
              </a:lnSpc>
              <a:buFont typeface="Arial"/>
              <a:buChar char="•"/>
            </a:pPr>
            <a:r>
              <a:rPr lang="en-US" sz="44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ESP32 receives the occupancy status.</a:t>
            </a:r>
          </a:p>
          <a:p>
            <a:pPr algn="l" marL="953537" indent="-476769" lvl="1">
              <a:lnSpc>
                <a:spcPts val="6183"/>
              </a:lnSpc>
              <a:buFont typeface="Arial"/>
              <a:buChar char="•"/>
            </a:pPr>
            <a:r>
              <a:rPr lang="en-US" sz="44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ESP32 controls the relay.</a:t>
            </a:r>
          </a:p>
          <a:p>
            <a:pPr algn="l" marL="953537" indent="-476769" lvl="1">
              <a:lnSpc>
                <a:spcPts val="6183"/>
              </a:lnSpc>
              <a:buFont typeface="Arial"/>
              <a:buChar char="•"/>
            </a:pPr>
            <a:r>
              <a:rPr lang="en-US" sz="44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Relay switches OFF lights/fans after the room remains empty for a preset time.</a:t>
            </a:r>
          </a:p>
          <a:p>
            <a:pPr algn="l">
              <a:lnSpc>
                <a:spcPts val="618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40482" y="398201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WORKING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453447" y="1736155"/>
            <a:ext cx="12711249" cy="76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5"/>
              </a:lnSpc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Camera</a:t>
            </a:r>
          </a:p>
          <a:p>
            <a:pPr algn="ctr">
              <a:lnSpc>
                <a:spcPts val="4055"/>
              </a:lnSpc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↓</a:t>
            </a:r>
          </a:p>
          <a:p>
            <a:pPr algn="ctr">
              <a:lnSpc>
                <a:spcPts val="4055"/>
              </a:lnSpc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</a:t>
            </a:r>
          </a:p>
          <a:p>
            <a:pPr algn="ctr">
              <a:lnSpc>
                <a:spcPts val="4055"/>
              </a:lnSpc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↓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ount People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↓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b="true" sz="289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(Occupancy Decision)</a:t>
            </a:r>
          </a:p>
          <a:p>
            <a:pPr algn="ctr">
              <a:lnSpc>
                <a:spcPts val="4055"/>
              </a:lnSpc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People &gt; 0 → OFF</a:t>
            </a:r>
          </a:p>
          <a:p>
            <a:pPr algn="ctr">
              <a:lnSpc>
                <a:spcPts val="4055"/>
              </a:lnSpc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If People = 0 for X Minutes → ON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↓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ESP32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↓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Relay Module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↓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Light/Fan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086759" y="1898421"/>
            <a:ext cx="3311946" cy="7359879"/>
          </a:xfrm>
          <a:custGeom>
            <a:avLst/>
            <a:gdLst/>
            <a:ahLst/>
            <a:cxnLst/>
            <a:rect r="r" b="b" t="t" l="l"/>
            <a:pathLst>
              <a:path h="7359879" w="3311946">
                <a:moveTo>
                  <a:pt x="0" y="0"/>
                </a:moveTo>
                <a:lnTo>
                  <a:pt x="3311946" y="0"/>
                </a:lnTo>
                <a:lnTo>
                  <a:pt x="3311946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24212" y="2101952"/>
            <a:ext cx="8537178" cy="574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</a:t>
            </a: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NUAL OVERRIDE WEBPAGE</a:t>
            </a:r>
          </a:p>
          <a:p>
            <a:pPr algn="ctr">
              <a:lnSpc>
                <a:spcPts val="1146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PROJECT DEMO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DAHPJ7etoBs</dc:identifier>
  <dcterms:modified xsi:type="dcterms:W3CDTF">2011-08-01T06:04:30Z</dcterms:modified>
  <cp:revision>1</cp:revision>
  <dc:title>Smart Energy Saving System using Computer Vision and IoT</dc:title>
</cp:coreProperties>
</file>